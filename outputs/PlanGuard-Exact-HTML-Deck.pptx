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B323-F6F0-9CC2-C136-0D63FB247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2B699-4621-E2DA-C82B-C74278AE2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BC7C2-4595-7EE5-9757-66713092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A380-C7EF-C373-EA2A-DE617EB6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6DEF-6CE3-49D3-8D21-D11E1DF2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3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F28A-AB2A-9C0E-AD54-8E628BC5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6CD3-34A4-20AC-168C-5691FB4E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1512-A41A-2FDB-F6D1-E6C6FB78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9D302-1BB1-045E-60C7-084091FC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385ED-965F-2817-DFD7-1F86AB92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70C5-C503-60E8-7722-9D4AECBC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BDF6C-3F6F-147A-2763-0BF82737E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CC75-93A8-B6B5-AD38-7EFB8EF5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0D458-A01C-5B0C-C5E9-04B1EBE3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293AD-6B13-4D1F-5588-D47445B52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2F86-F274-E91D-7C82-DEC8BDB5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37B62-A5D6-6827-50E7-6DDB57EB3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29A96-BE9D-2B8C-EF06-4D8B4A859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14314-E91F-A4AF-FE53-7283BB1A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133BD-C0E3-1573-F7DE-377BFD74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A9EC4-0CDB-ACC1-6D03-BEF11281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7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B93B-1BF5-9B4E-7205-D75BE664F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513B3-ED6D-F802-3AE9-40E30E579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CBF80-5094-C5B0-9EF8-6EBF61781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D9E74-65AB-1DA0-30FF-E4D11C385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2F71B-EA21-9DC1-5FE5-56C14DA7D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7CF2F-31AB-9005-EF19-66535E2C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0596-AB3D-D60E-CEDD-1CC260F0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5C0C5-EEB2-0E54-4F8B-E670F551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8A0FD-C148-5181-1E0B-86088C6D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EEEE8-1B8D-989C-67FD-CB2761B4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89FEA-8A3B-B4F6-63CF-803789BE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541C7-137A-6168-C712-8AA9AAF1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7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C1F0D-D32C-1053-CB05-C2E4052D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FF22E-6345-2D63-59C7-3D906989C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1902-ADE8-7CDE-28EB-FB7DFE52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7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4DCE-96B8-DBBE-CB76-AB8F2335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FF15-3926-9AE4-CE3F-CFEF4A92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9DFDD-0A2F-5FAF-E9DD-5E7F3DCEE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3F7CD-DD56-FEC3-F323-347133B7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4902D-C3D2-6EF0-E2D6-9162C04B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F7258-C70B-E322-343D-D99C43E2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5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A5F7-77F7-DB44-8D4E-F1A300CA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2773F-2E81-7ECC-B1E8-937A91861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B94D2-D4ED-1BA4-CE1E-A11D13CE6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5379B-A104-92E2-B94A-5342BF77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57935-8BE2-265A-7575-48C78786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332DF-8389-40F1-8F1E-1BEEA221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1B79-33FC-D54D-ED74-6D62E094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A7423-1E01-B95C-69C3-AA6834452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BBF4A-4FEF-7451-AA3F-5572DA0E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ABD5-2DA7-6572-DBF9-1662F207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1498F-580D-00EE-DA9D-36E79DB4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5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43E77-2214-3D31-8F8F-2EEE5F436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60C41-E213-5FC2-812D-83E22877B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E6466-4109-40CB-39B1-1854E92A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989D4-C64B-D52E-EE95-1E31AF28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681FF-B1E5-0EDC-7EFF-0F088531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1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EAA48-BAB3-3A09-4503-4FFF67A7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496E1-9DCE-549A-CED6-EB7508F61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4217-E200-6E4C-20EE-9DC28CED9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D8C30-96F7-4EA6-96C9-56F57332DC9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730C7-B09F-AE34-35D0-D7584BB59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7EF5-88B5-FF8A-7E43-8FE7249D1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5A544-F806-4395-8B32-3AA28DDA9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5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EE89E-5F8B-208A-9E9B-642416A12D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9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35568-7783-6D90-A99D-A05DBBA956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3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8EAC79-8CB0-E352-A512-9FE3D8DB70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6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90449-7D9F-4486-79EF-53486A30AC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6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CDDA9-0B57-81A6-98C9-929FC062F9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1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A63A4-5192-1616-6F6B-C25791F975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5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D6A1C-226C-BE54-0180-5726D2EA15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2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5BABF-50ED-05CE-3AA0-3A1A0D6BF8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9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9FC36-AD1A-B32A-5ADD-488AF27356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6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A1658-4113-9855-C820-5FA6AEBB3D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96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Ressom</dc:creator>
  <cp:lastModifiedBy>Adam Ressom</cp:lastModifiedBy>
  <cp:revision>1</cp:revision>
  <dcterms:created xsi:type="dcterms:W3CDTF">2026-07-29T15:27:09Z</dcterms:created>
  <dcterms:modified xsi:type="dcterms:W3CDTF">2026-07-29T15:27:09Z</dcterms:modified>
</cp:coreProperties>
</file>